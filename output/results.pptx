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1"/>
  </p:normalViewPr>
  <p:slideViewPr>
    <p:cSldViewPr snapToGrid="0" showGuides="1">
      <p:cViewPr varScale="1">
        <p:scale>
          <a:sx n="114" d="100"/>
          <a:sy n="114" d="100"/>
        </p:scale>
        <p:origin x="49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B770E-E76D-27EF-AE00-4592F8120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2B68CE-BAF5-B73A-1F88-E4D9AE17E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FA35CC-C646-51D9-9FA9-60B14A73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031A57-E9C7-3933-393F-A0C4A0D8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83CCCA-0BE6-2053-F02E-AF67EBAD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72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0EBED-3455-AA4F-4EE4-54E71287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51FA99-837D-66D3-CFCE-64DAC9E01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7DF578-7E06-EE4E-7C45-24729790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5944F0-3E2B-32E5-51DD-1603C052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C7F44C-0B24-D794-1BD1-B5B55AD4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32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CF886-4A8F-359C-C128-702698E5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7C1E75-4E07-F399-663C-4004D02EB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0F633B-739A-C54C-CA8C-688E5678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5D9630-3BEE-F9CB-BE45-B2A45063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679AE7-931C-8BFB-24BA-2ED65735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186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E3AA4-9F03-1548-BFD8-83BAD0B8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51C727-59CB-A820-0AEF-124B46EFC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94E0BF-5494-F2C0-51B8-CF78F5E29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4D0BA2-0940-1856-D377-33F450E7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E8F361-141D-2866-6120-23E1878C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A857B9-FA27-AC59-9ECD-279989B7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82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DEBC4-43B2-D323-C1A8-2117C247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9FA6E6-5B9C-BC1F-D8D4-F0E7A5C79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F2F95B-9039-F095-3A7C-43E51A4D8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B6B4AC-DE74-90AE-EB8B-C580FE133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2BC385-FDF1-226C-A8B7-9D6044A5C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CEB65F-D9F2-C5E5-6F61-CD569086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D4BB91-34EB-B323-07FE-29BC127E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DF7B4C-A57B-3EE3-C6AF-4B92ED61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927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F8F73-206E-FFC5-285C-CE02EEC7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B6E9B3-B71D-A677-4003-6B61D585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536B25-753F-B163-C989-7BE640FE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EA9C40-EB85-A001-E7F3-D21D579C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787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225A6C-056A-86BE-2254-5D186A94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FE3F81-7B07-7B8C-DEB4-856ED89D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7AAAC9-64AB-EBCF-FC84-AF71636C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000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2248D-DAA2-27C6-7441-B69761E7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C0BD36-FFDD-30D0-A9CB-1EB0E83EC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432EA2-0961-6C92-40EA-FEA31C06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8802AE-BAFF-D3C0-E0FD-900F8DA7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619F39-0311-E15F-56EC-14F932B1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F861B9-2307-8751-53F2-F8100AF9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788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474AC-B050-F857-E56F-A5D93B22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BA7724-9C9D-E384-A7E0-DDEBA1481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9654BA-5346-E41E-1E1E-F5B0EE86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0B624D-34D5-878B-7915-24EC3CD0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700845-87D1-9CF7-B0D5-9F00BDB9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62D14B-F024-F12A-5CC4-73FB8546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812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6E21B-CD4B-871E-6D06-81667308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09CA45-7EE2-5BB2-9F6B-B2981B44F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80FEE-2EF7-D3B8-0D0B-7101DC39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136204-9CC2-19C6-196C-D7B7B173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89649D-3CB1-A1A5-9337-7F0CE6B1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319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0F70CA-BFAF-58D0-635A-FA139ACF9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0FEF56-1286-D051-2906-154603498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AB60C-9385-2E0A-56D6-66038D5A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570DBF-6EC4-2AB7-55EB-2881D2F0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8A3C6-7F7F-BFA3-E9C5-99F78A4B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137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8A990B1-CB2D-B423-2FD7-6644CAD1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832E08-5D63-4937-A24E-EFCD88AE2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6B0561-5CD0-E83E-E0DF-56E40842B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29B9E-3EB9-3341-B939-3999169B5EB9}" type="datetimeFigureOut">
              <a:rPr lang="es-ES" smtClean="0"/>
              <a:t>30/3/26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EC819B-1AA2-A32B-06E9-0D0F684E2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8AC28C-D94D-0F92-200D-BDDD1D2A9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65541-DC23-B84E-8872-C942177E71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607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522B3-3988-1BD7-8D14-F2857AA6D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BOOSTRIX - MOTHERS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BC1F6E-09D5-F157-76A5-9175DD13F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4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AE2EFA-DE2B-6681-9F0E-16AF1D0EE99D}"/>
              </a:ext>
            </a:extLst>
          </p:cNvPr>
          <p:cNvSpPr txBox="1"/>
          <p:nvPr/>
        </p:nvSpPr>
        <p:spPr>
          <a:xfrm>
            <a:off x="1694985" y="501805"/>
            <a:ext cx="79173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En total tenemos 114 muestras.</a:t>
            </a:r>
          </a:p>
          <a:p>
            <a:endParaRPr lang="es-ES" sz="2400" dirty="0"/>
          </a:p>
          <a:p>
            <a:pPr marL="285750" indent="-285750">
              <a:buFont typeface="Wingdings" pitchFamily="2" charset="2"/>
              <a:buChar char="v"/>
            </a:pPr>
            <a:r>
              <a:rPr lang="es-ES" sz="2400" dirty="0"/>
              <a:t>En función de la condición tenemos: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 Vacunadas: 56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Placebo: 58 </a:t>
            </a:r>
          </a:p>
          <a:p>
            <a:pPr marL="285750" indent="-285750">
              <a:buFont typeface="Wingdings" pitchFamily="2" charset="2"/>
              <a:buChar char="v"/>
            </a:pPr>
            <a:endParaRPr lang="es-ES" sz="2400" dirty="0"/>
          </a:p>
          <a:p>
            <a:pPr marL="285750" indent="-285750">
              <a:buFont typeface="Wingdings" pitchFamily="2" charset="2"/>
              <a:buChar char="v"/>
            </a:pPr>
            <a:r>
              <a:rPr lang="es-ES" sz="2400" dirty="0"/>
              <a:t>En función del </a:t>
            </a:r>
            <a:r>
              <a:rPr lang="es-ES" sz="2400" dirty="0" err="1"/>
              <a:t>timepoint</a:t>
            </a:r>
            <a:r>
              <a:rPr lang="es-ES" sz="2400" dirty="0"/>
              <a:t> tenemos: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TP 1: Vacunadas (16),  Placebo (16) -&gt; 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TP 2: Vacunadas (24), Placebo (26) -&gt; 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TP3: Vacunadas (16), Placebo(16) -&gt; 24</a:t>
            </a:r>
          </a:p>
          <a:p>
            <a:pPr marL="285750" indent="-285750">
              <a:buFont typeface="Wingdings" pitchFamily="2" charset="2"/>
              <a:buChar char="v"/>
            </a:pPr>
            <a:endParaRPr lang="es-ES" sz="2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65A83E-427B-D9AE-561D-9B8E96C3C5E2}"/>
              </a:ext>
            </a:extLst>
          </p:cNvPr>
          <p:cNvSpPr txBox="1"/>
          <p:nvPr/>
        </p:nvSpPr>
        <p:spPr>
          <a:xfrm>
            <a:off x="1694985" y="5174166"/>
            <a:ext cx="85306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Para estos primeros análisis, se decidió utilizar las muestras que tengan los tres </a:t>
            </a:r>
            <a:r>
              <a:rPr lang="es-ES" sz="2400" dirty="0" err="1"/>
              <a:t>timepoints</a:t>
            </a:r>
            <a:r>
              <a:rPr lang="es-E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0777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DB3419-6637-F66D-334F-B5CBD4871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87" y="1121898"/>
            <a:ext cx="5064369" cy="506436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F68265C-E9EB-E02E-09FD-D80A4370E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465" y="1121898"/>
            <a:ext cx="5064369" cy="506436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A3E4DCF-BBBC-573B-D69A-810BED9F3997}"/>
              </a:ext>
            </a:extLst>
          </p:cNvPr>
          <p:cNvSpPr txBox="1"/>
          <p:nvPr/>
        </p:nvSpPr>
        <p:spPr>
          <a:xfrm>
            <a:off x="1167618" y="337625"/>
            <a:ext cx="9453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PCA </a:t>
            </a:r>
            <a:r>
              <a:rPr lang="es-ES" sz="2400" dirty="0"/>
              <a:t>con los tres </a:t>
            </a:r>
            <a:r>
              <a:rPr lang="es-ES" sz="2400" dirty="0" err="1"/>
              <a:t>timepoints</a:t>
            </a:r>
            <a:r>
              <a:rPr lang="es-ES" sz="2400" dirty="0"/>
              <a:t> para las mujeres vacunadas y placebo</a:t>
            </a:r>
          </a:p>
        </p:txBody>
      </p:sp>
    </p:spTree>
    <p:extLst>
      <p:ext uri="{BB962C8B-B14F-4D97-AF65-F5344CB8AC3E}">
        <p14:creationId xmlns:p14="http://schemas.microsoft.com/office/powerpoint/2010/main" val="53193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932EAE-37A0-0A01-B41E-FDF55AA27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25410"/>
            <a:ext cx="5060857" cy="506085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D29A8CA-D643-7FF7-9B5A-8071417DC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87" y="1121898"/>
            <a:ext cx="5064369" cy="50643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8DF75FE-84D2-8573-8833-F85EB930A11A}"/>
              </a:ext>
            </a:extLst>
          </p:cNvPr>
          <p:cNvSpPr txBox="1"/>
          <p:nvPr/>
        </p:nvSpPr>
        <p:spPr>
          <a:xfrm>
            <a:off x="1167618" y="379828"/>
            <a:ext cx="8468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Si eliminamos del análisis la muestra A4316:</a:t>
            </a:r>
          </a:p>
        </p:txBody>
      </p:sp>
    </p:spTree>
    <p:extLst>
      <p:ext uri="{BB962C8B-B14F-4D97-AF65-F5344CB8AC3E}">
        <p14:creationId xmlns:p14="http://schemas.microsoft.com/office/powerpoint/2010/main" val="25499834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102</Words>
  <Application>Microsoft Macintosh PowerPoint</Application>
  <PresentationFormat>Panorámica</PresentationFormat>
  <Paragraphs>14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Tema de Office</vt:lpstr>
      <vt:lpstr>BOOSTRIX - MOTHERS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Camino Mera Alba</dc:creator>
  <cp:lastModifiedBy>Camino Mera Alba</cp:lastModifiedBy>
  <cp:revision>2</cp:revision>
  <dcterms:created xsi:type="dcterms:W3CDTF">2026-03-30T10:21:13Z</dcterms:created>
  <dcterms:modified xsi:type="dcterms:W3CDTF">2026-03-30T10:35:39Z</dcterms:modified>
</cp:coreProperties>
</file>